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1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2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6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5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0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8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7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00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31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3504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03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20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55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15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17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6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5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CF68-6799-4B8E-A7FB-D96B0153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29" y="393896"/>
            <a:ext cx="7773338" cy="1484142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voice COMMAND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FA65-A156-4D1A-A8E0-E4968B8E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2" y="2096087"/>
            <a:ext cx="7773339" cy="4018672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6</a:t>
            </a:r>
            <a:r>
              <a:rPr lang="en-US" sz="2800" baseline="30000" dirty="0"/>
              <a:t>th</a:t>
            </a:r>
            <a:r>
              <a:rPr lang="en-US" sz="2800" dirty="0"/>
              <a:t> semester </a:t>
            </a:r>
          </a:p>
          <a:p>
            <a:pPr marL="0" indent="0" algn="ctr">
              <a:buNone/>
            </a:pPr>
            <a:r>
              <a:rPr lang="en-US" sz="2800" dirty="0"/>
              <a:t>Artificial intelligent</a:t>
            </a:r>
          </a:p>
          <a:p>
            <a:pPr marL="0" indent="0" algn="ctr">
              <a:buNone/>
            </a:pPr>
            <a:r>
              <a:rPr lang="en-US" sz="2800" dirty="0"/>
              <a:t>Computer science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Groups members</a:t>
            </a:r>
          </a:p>
          <a:p>
            <a:pPr marL="0" indent="0" algn="ctr">
              <a:buNone/>
            </a:pPr>
            <a:r>
              <a:rPr lang="en-US" sz="2800" dirty="0"/>
              <a:t>Ayesha khan (b2331028)</a:t>
            </a:r>
          </a:p>
          <a:p>
            <a:pPr marL="0" indent="0" algn="ctr">
              <a:buNone/>
            </a:pPr>
            <a:r>
              <a:rPr lang="en-US" sz="2800" dirty="0"/>
              <a:t>Mehak Naveed (b2331060)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9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🎵 Voice Command Classification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Streamlit-based Machine Learning App for Music Genre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demonstrates how to use a Logistic Regression model</a:t>
            </a:r>
            <a:r>
              <a:rPr lang="en-US" dirty="0"/>
              <a:t>, random forest model, and support vector machine (</a:t>
            </a:r>
            <a:r>
              <a:rPr lang="en-US" dirty="0" err="1"/>
              <a:t>svm</a:t>
            </a:r>
            <a:r>
              <a:rPr lang="en-US" dirty="0"/>
              <a:t>) model</a:t>
            </a:r>
            <a:r>
              <a:rPr dirty="0"/>
              <a:t> to classify music genres (Rock, Pop, Jazz, Classical) based on extracted song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Python</a:t>
            </a:r>
          </a:p>
          <a:p>
            <a:r>
              <a:rPr dirty="0"/>
              <a:t>- </a:t>
            </a:r>
            <a:r>
              <a:rPr dirty="0" err="1"/>
              <a:t>Streamlit</a:t>
            </a:r>
            <a:r>
              <a:rPr dirty="0"/>
              <a:t> (for interactive UI)</a:t>
            </a:r>
          </a:p>
          <a:p>
            <a:r>
              <a:rPr dirty="0"/>
              <a:t>- Pandas (for data handling)</a:t>
            </a:r>
          </a:p>
          <a:p>
            <a:r>
              <a:rPr dirty="0"/>
              <a:t>- </a:t>
            </a:r>
            <a:r>
              <a:rPr dirty="0" err="1"/>
              <a:t>Joblib</a:t>
            </a:r>
            <a:r>
              <a:rPr dirty="0"/>
              <a:t> (for model loading)</a:t>
            </a:r>
          </a:p>
          <a:p>
            <a:r>
              <a:rPr dirty="0"/>
              <a:t>- </a:t>
            </a:r>
            <a:r>
              <a:rPr dirty="0" err="1"/>
              <a:t>Scikit</a:t>
            </a:r>
            <a:r>
              <a:rPr dirty="0"/>
              <a:t>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Logistic Regression model was trained on 1000 samples of music data. The model predicts genres based on three main features:</a:t>
            </a:r>
          </a:p>
          <a:p>
            <a:r>
              <a:t>1. Tempo (BPM)</a:t>
            </a:r>
          </a:p>
          <a:p>
            <a:r>
              <a:t>2. Instrument Loudness (dB)</a:t>
            </a:r>
          </a:p>
          <a:p>
            <a:r>
              <a:t>3. Vocal Pitch (Hz)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inputs song features using sliders.</a:t>
            </a:r>
          </a:p>
          <a:p>
            <a:r>
              <a:t>2. The app converts inputs into a DataFrame.</a:t>
            </a:r>
          </a:p>
          <a:p>
            <a:r>
              <a:t>3. The model predicts the most probable genre.</a:t>
            </a:r>
          </a:p>
          <a:p>
            <a:r>
              <a:t>4. Prediction probabilities are displayed as a confidence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If the model file ('genre_model.pkl') is missing, the app displays an error.</a:t>
            </a:r>
          </a:p>
          <a:p>
            <a:r>
              <a:t>- If other exceptions occur during model loading, the app shows the error message.</a:t>
            </a:r>
          </a:p>
          <a:p>
            <a:r>
              <a:t>- The app stops execution safely after showing the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Streamlit app includes:</a:t>
            </a:r>
          </a:p>
          <a:p>
            <a:r>
              <a:t>- Sidebar sliders for feature input</a:t>
            </a:r>
          </a:p>
          <a:p>
            <a:r>
              <a:t>- Real-time feature display on main page</a:t>
            </a:r>
          </a:p>
          <a:p>
            <a:r>
              <a:t>- Classification button</a:t>
            </a:r>
          </a:p>
          <a:p>
            <a:r>
              <a:t>- Confidence score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EDBA-07C1-425D-929B-A0B719DE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266" y="320293"/>
            <a:ext cx="7773338" cy="1596177"/>
          </a:xfrm>
        </p:spPr>
        <p:txBody>
          <a:bodyPr/>
          <a:lstStyle/>
          <a:p>
            <a:r>
              <a:rPr lang="en-US" dirty="0"/>
              <a:t>Model accuracy comparison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1AEEE9-ED12-4056-8801-D64894FF8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266" y="2096086"/>
            <a:ext cx="7455876" cy="36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32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 simple yet effective machine learning app.</a:t>
            </a:r>
          </a:p>
          <a:p>
            <a:r>
              <a:t>It provides an interactive way to explore how song features influence genre prediction.</a:t>
            </a:r>
          </a:p>
          <a:p>
            <a:r>
              <a:t>The app can be expanded with more complex models or real-time audio inputs.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16</TotalTime>
  <Words>319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Droplet</vt:lpstr>
      <vt:lpstr>TOPIC:  voice COMMAND CLASSIFICATION</vt:lpstr>
      <vt:lpstr>🎵 Voice Command Classification App</vt:lpstr>
      <vt:lpstr>Objective</vt:lpstr>
      <vt:lpstr>Tools and Libraries Used</vt:lpstr>
      <vt:lpstr>Model Overview</vt:lpstr>
      <vt:lpstr>App Workflow</vt:lpstr>
      <vt:lpstr>Error Handling</vt:lpstr>
      <vt:lpstr>Sample User Interface</vt:lpstr>
      <vt:lpstr>Model accuracy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 voice COMMAND CLASSIFICATION</dc:title>
  <dc:subject/>
  <dc:creator/>
  <cp:keywords/>
  <dc:description>generated using python-pptx</dc:description>
  <cp:lastModifiedBy>MHK</cp:lastModifiedBy>
  <cp:revision>4</cp:revision>
  <dcterms:created xsi:type="dcterms:W3CDTF">2013-01-27T09:14:16Z</dcterms:created>
  <dcterms:modified xsi:type="dcterms:W3CDTF">2025-10-31T06:17:23Z</dcterms:modified>
  <cp:category/>
</cp:coreProperties>
</file>